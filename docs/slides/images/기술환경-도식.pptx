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48" y="2678049"/>
            <a:ext cx="2743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2025.4</a:t>
            </a:r>
            <a:endParaRPr lang="en-US" sz="1620" dirty="0"/>
          </a:p>
        </p:txBody>
      </p:sp>
      <p:sp>
        <p:nvSpPr>
          <p:cNvPr id="3" name="Shape 1"/>
          <p:cNvSpPr/>
          <p:nvPr/>
        </p:nvSpPr>
        <p:spPr>
          <a:xfrm>
            <a:off x="952348" y="3068955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13970">
            <a:solidFill>
              <a:srgbClr val="D6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2348" y="3068955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2E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A2A 등장</a:t>
            </a:r>
            <a:endParaRPr lang="en-US" sz="20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2050" dirty="0"/>
          </a:p>
          <a:p>
            <a:pPr algn="ctr" indent="0" marL="0">
              <a:buNone/>
            </a:pPr>
            <a:r>
              <a:rPr lang="en-US" sz="1510" dirty="0">
                <a:solidFill>
                  <a:srgbClr val="7882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150+ 조직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4724248" y="2678049"/>
            <a:ext cx="2743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2026.4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4724248" y="3068955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13970">
            <a:solidFill>
              <a:srgbClr val="D6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4248" y="3068955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2E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A2CN 등장</a:t>
            </a:r>
            <a:endParaRPr lang="en-US" sz="20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2050" dirty="0"/>
          </a:p>
          <a:p>
            <a:pPr algn="ctr" indent="0" marL="0">
              <a:buNone/>
            </a:pPr>
            <a:r>
              <a:rPr lang="en-US" sz="1510" dirty="0">
                <a:solidFill>
                  <a:srgbClr val="7882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상거래 한정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496148" y="2678049"/>
            <a:ext cx="2743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2E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620" dirty="0"/>
          </a:p>
        </p:txBody>
      </p:sp>
      <p:sp>
        <p:nvSpPr>
          <p:cNvPr id="9" name="Shape 7"/>
          <p:cNvSpPr/>
          <p:nvPr/>
        </p:nvSpPr>
        <p:spPr>
          <a:xfrm>
            <a:off x="8496148" y="3068955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0320">
            <a:solidFill>
              <a:srgbClr val="6C93C9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496148" y="3068955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3A6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간 협상</a:t>
            </a:r>
            <a:endParaRPr lang="en-US" sz="20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2050" dirty="0"/>
          </a:p>
          <a:p>
            <a:pPr algn="ctr" indent="0" marL="0">
              <a:buNone/>
            </a:pPr>
            <a:r>
              <a:rPr lang="en-US" sz="2590" b="1" dirty="0">
                <a:solidFill>
                  <a:srgbClr val="6C93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????</a:t>
            </a:r>
            <a:endParaRPr lang="en-US" sz="2050" dirty="0"/>
          </a:p>
        </p:txBody>
      </p:sp>
      <p:sp>
        <p:nvSpPr>
          <p:cNvPr id="11" name="Shape 9"/>
          <p:cNvSpPr/>
          <p:nvPr/>
        </p:nvSpPr>
        <p:spPr>
          <a:xfrm>
            <a:off x="3777844" y="3686175"/>
            <a:ext cx="864108" cy="0"/>
          </a:xfrm>
          <a:prstGeom prst="line">
            <a:avLst/>
          </a:prstGeom>
          <a:noFill/>
          <a:ln w="2794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549744" y="3686175"/>
            <a:ext cx="864108" cy="0"/>
          </a:xfrm>
          <a:prstGeom prst="line">
            <a:avLst/>
          </a:prstGeom>
          <a:noFill/>
          <a:ln w="2794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798418" y="3912489"/>
            <a:ext cx="8229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82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1048" y="1434905"/>
            <a:ext cx="8229600" cy="37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0" b="1" dirty="0">
                <a:solidFill>
                  <a:srgbClr val="2E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Agentic AI — 답변에서 자율 행동으로</a:t>
            </a:r>
            <a:endParaRPr lang="en-US" sz="2660" dirty="0"/>
          </a:p>
        </p:txBody>
      </p:sp>
      <p:sp>
        <p:nvSpPr>
          <p:cNvPr id="3" name="Shape 1"/>
          <p:cNvSpPr/>
          <p:nvPr/>
        </p:nvSpPr>
        <p:spPr>
          <a:xfrm>
            <a:off x="2403078" y="2479431"/>
            <a:ext cx="2743200" cy="2110154"/>
          </a:xfrm>
          <a:prstGeom prst="roundRect">
            <a:avLst>
              <a:gd name="adj" fmla="val 2600"/>
            </a:avLst>
          </a:prstGeom>
          <a:solidFill>
            <a:srgbClr val="F4F6F9"/>
          </a:solidFill>
          <a:ln w="13970">
            <a:solidFill>
              <a:srgbClr val="D6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5023" y="2753751"/>
            <a:ext cx="1519311" cy="759655"/>
          </a:xfrm>
          <a:prstGeom prst="wedgeRoundRectCallout">
            <a:avLst/>
          </a:prstGeom>
          <a:solidFill>
            <a:srgbClr val="FFFFFF"/>
          </a:solidFill>
          <a:ln w="21590">
            <a:solidFill>
              <a:srgbClr val="9AA5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89343" y="2922563"/>
            <a:ext cx="970671" cy="63305"/>
          </a:xfrm>
          <a:prstGeom prst="rect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89343" y="3133578"/>
            <a:ext cx="970671" cy="63305"/>
          </a:xfrm>
          <a:prstGeom prst="rect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89343" y="3344594"/>
            <a:ext cx="590843" cy="63305"/>
          </a:xfrm>
          <a:prstGeom prst="rect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3078" y="4072597"/>
            <a:ext cx="2743200" cy="337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0" b="1" dirty="0">
                <a:solidFill>
                  <a:srgbClr val="7882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묻고 답한다</a:t>
            </a:r>
            <a:endParaRPr lang="en-US" sz="2490" dirty="0"/>
          </a:p>
        </p:txBody>
      </p:sp>
      <p:sp>
        <p:nvSpPr>
          <p:cNvPr id="9" name="Shape 7"/>
          <p:cNvSpPr/>
          <p:nvPr/>
        </p:nvSpPr>
        <p:spPr>
          <a:xfrm>
            <a:off x="5357294" y="3534508"/>
            <a:ext cx="791308" cy="0"/>
          </a:xfrm>
          <a:prstGeom prst="line">
            <a:avLst/>
          </a:prstGeom>
          <a:noFill/>
          <a:ln w="2794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3386" y="2479431"/>
            <a:ext cx="2743200" cy="2110154"/>
          </a:xfrm>
          <a:prstGeom prst="roundRect">
            <a:avLst>
              <a:gd name="adj" fmla="val 2600"/>
            </a:avLst>
          </a:prstGeom>
          <a:solidFill>
            <a:srgbClr val="EBF1F9"/>
          </a:solidFill>
          <a:ln w="13970">
            <a:solidFill>
              <a:srgbClr val="6C93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09651" y="2753751"/>
            <a:ext cx="970671" cy="970671"/>
          </a:xfrm>
          <a:prstGeom prst="gear9">
            <a:avLst/>
          </a:prstGeom>
          <a:solidFill>
            <a:srgbClr val="3A6096"/>
          </a:solidFill>
          <a:ln w="12700">
            <a:solidFill>
              <a:srgbClr val="3A60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47275" y="3091375"/>
            <a:ext cx="295422" cy="295422"/>
          </a:xfrm>
          <a:prstGeom prst="ellipse">
            <a:avLst/>
          </a:prstGeom>
          <a:solidFill>
            <a:srgbClr val="EBF1F9"/>
          </a:solidFill>
          <a:ln w="12700">
            <a:solidFill>
              <a:srgbClr val="EBF1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3386" y="4072597"/>
            <a:ext cx="2743200" cy="337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0" b="1" dirty="0">
                <a:solidFill>
                  <a:srgbClr val="3A6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실행한다</a:t>
            </a:r>
            <a:endParaRPr lang="en-US" sz="2490" dirty="0"/>
          </a:p>
        </p:txBody>
      </p:sp>
      <p:sp>
        <p:nvSpPr>
          <p:cNvPr id="14" name="Text 12"/>
          <p:cNvSpPr/>
          <p:nvPr/>
        </p:nvSpPr>
        <p:spPr>
          <a:xfrm>
            <a:off x="2403078" y="5127674"/>
            <a:ext cx="7385538" cy="316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10" dirty="0">
                <a:solidFill>
                  <a:srgbClr val="7882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답을 주는 데서 그치지 않고, 목표를 받아 스스로 일을 처리</a:t>
            </a:r>
            <a:endParaRPr lang="en-US" sz="19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1048" y="1434905"/>
            <a:ext cx="8229600" cy="37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0" b="1" dirty="0">
                <a:solidFill>
                  <a:srgbClr val="2E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온디바이스 LLM — 기기 안에서 추론</a:t>
            </a:r>
            <a:endParaRPr lang="en-US" sz="2660" dirty="0"/>
          </a:p>
        </p:txBody>
      </p:sp>
      <p:sp>
        <p:nvSpPr>
          <p:cNvPr id="3" name="Shape 1"/>
          <p:cNvSpPr/>
          <p:nvPr/>
        </p:nvSpPr>
        <p:spPr>
          <a:xfrm>
            <a:off x="2614094" y="2321169"/>
            <a:ext cx="2321169" cy="2637692"/>
          </a:xfrm>
          <a:prstGeom prst="roundRect">
            <a:avLst>
              <a:gd name="adj" fmla="val 4727"/>
            </a:avLst>
          </a:prstGeom>
          <a:solidFill>
            <a:srgbClr val="F4F6F9"/>
          </a:solidFill>
          <a:ln w="27940">
            <a:solidFill>
              <a:srgbClr val="2E3B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00358" y="2468880"/>
            <a:ext cx="548640" cy="63305"/>
          </a:xfrm>
          <a:prstGeom prst="rect">
            <a:avLst/>
          </a:prstGeom>
          <a:solidFill>
            <a:srgbClr val="2E3B4E"/>
          </a:solidFill>
          <a:ln w="12700">
            <a:solidFill>
              <a:srgbClr val="2E3B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99429" y="3080825"/>
            <a:ext cx="1350498" cy="844062"/>
          </a:xfrm>
          <a:prstGeom prst="roundRect">
            <a:avLst>
              <a:gd name="adj" fmla="val 13000"/>
            </a:avLst>
          </a:prstGeom>
          <a:solidFill>
            <a:srgbClr val="3A6096"/>
          </a:solidFill>
          <a:ln w="12700">
            <a:solidFill>
              <a:srgbClr val="3A60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99429" y="3080825"/>
            <a:ext cx="1350498" cy="844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</a:t>
            </a:r>
            <a:endParaRPr lang="en-US" sz="2490" dirty="0"/>
          </a:p>
        </p:txBody>
      </p:sp>
      <p:sp>
        <p:nvSpPr>
          <p:cNvPr id="7" name="Shape 5"/>
          <p:cNvSpPr/>
          <p:nvPr/>
        </p:nvSpPr>
        <p:spPr>
          <a:xfrm>
            <a:off x="2951718" y="3207434"/>
            <a:ext cx="147711" cy="63305"/>
          </a:xfrm>
          <a:prstGeom prst="rect">
            <a:avLst/>
          </a:prstGeom>
          <a:solidFill>
            <a:srgbClr val="2E3B4E"/>
          </a:solidFill>
          <a:ln w="12700">
            <a:solidFill>
              <a:srgbClr val="2E3B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9928" y="3207434"/>
            <a:ext cx="147711" cy="63305"/>
          </a:xfrm>
          <a:prstGeom prst="rect">
            <a:avLst/>
          </a:prstGeom>
          <a:solidFill>
            <a:srgbClr val="2E3B4E"/>
          </a:solidFill>
          <a:ln w="12700">
            <a:solidFill>
              <a:srgbClr val="2E3B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51718" y="3439551"/>
            <a:ext cx="147711" cy="63305"/>
          </a:xfrm>
          <a:prstGeom prst="rect">
            <a:avLst/>
          </a:prstGeom>
          <a:solidFill>
            <a:srgbClr val="2E3B4E"/>
          </a:solidFill>
          <a:ln w="12700">
            <a:solidFill>
              <a:srgbClr val="2E3B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9928" y="3439551"/>
            <a:ext cx="147711" cy="63305"/>
          </a:xfrm>
          <a:prstGeom prst="rect">
            <a:avLst/>
          </a:prstGeom>
          <a:solidFill>
            <a:srgbClr val="2E3B4E"/>
          </a:solidFill>
          <a:ln w="12700">
            <a:solidFill>
              <a:srgbClr val="2E3B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51718" y="3671668"/>
            <a:ext cx="147711" cy="63305"/>
          </a:xfrm>
          <a:prstGeom prst="rect">
            <a:avLst/>
          </a:prstGeom>
          <a:solidFill>
            <a:srgbClr val="2E3B4E"/>
          </a:solidFill>
          <a:ln w="12700">
            <a:solidFill>
              <a:srgbClr val="2E3B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9928" y="3671668"/>
            <a:ext cx="147711" cy="63305"/>
          </a:xfrm>
          <a:prstGeom prst="rect">
            <a:avLst/>
          </a:prstGeom>
          <a:solidFill>
            <a:srgbClr val="2E3B4E"/>
          </a:solidFill>
          <a:ln w="12700">
            <a:solidFill>
              <a:srgbClr val="2E3B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4094" y="4220308"/>
            <a:ext cx="2321169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10" dirty="0">
                <a:solidFill>
                  <a:srgbClr val="7882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추론·협상</a:t>
            </a:r>
            <a:endParaRPr lang="en-US" sz="1910" dirty="0"/>
          </a:p>
        </p:txBody>
      </p:sp>
      <p:sp>
        <p:nvSpPr>
          <p:cNvPr id="14" name="Text 12"/>
          <p:cNvSpPr/>
          <p:nvPr/>
        </p:nvSpPr>
        <p:spPr>
          <a:xfrm>
            <a:off x="2614094" y="5043268"/>
            <a:ext cx="2321169" cy="337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0" b="1" dirty="0">
                <a:solidFill>
                  <a:srgbClr val="2E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내부</a:t>
            </a:r>
            <a:endParaRPr lang="en-US" sz="2490" dirty="0"/>
          </a:p>
        </p:txBody>
      </p:sp>
      <p:sp>
        <p:nvSpPr>
          <p:cNvPr id="15" name="Shape 13"/>
          <p:cNvSpPr/>
          <p:nvPr/>
        </p:nvSpPr>
        <p:spPr>
          <a:xfrm>
            <a:off x="5199032" y="3640015"/>
            <a:ext cx="1740877" cy="0"/>
          </a:xfrm>
          <a:prstGeom prst="line">
            <a:avLst/>
          </a:prstGeom>
          <a:noFill/>
          <a:ln w="27940">
            <a:solidFill>
              <a:srgbClr val="9AA5B1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10977" y="3386797"/>
            <a:ext cx="506437" cy="506437"/>
          </a:xfrm>
          <a:prstGeom prst="mathMultiply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20134" y="4083148"/>
            <a:ext cx="1688123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10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전송 없음</a:t>
            </a:r>
            <a:endParaRPr lang="en-US" sz="1910" dirty="0"/>
          </a:p>
        </p:txBody>
      </p:sp>
      <p:sp>
        <p:nvSpPr>
          <p:cNvPr id="18" name="Shape 16"/>
          <p:cNvSpPr/>
          <p:nvPr/>
        </p:nvSpPr>
        <p:spPr>
          <a:xfrm>
            <a:off x="7625709" y="2848708"/>
            <a:ext cx="1371600" cy="1582615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21590">
            <a:solidFill>
              <a:srgbClr val="9AA5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3420" y="3080825"/>
            <a:ext cx="1076178" cy="316523"/>
          </a:xfrm>
          <a:prstGeom prst="roundRect">
            <a:avLst>
              <a:gd name="adj" fmla="val 86667"/>
            </a:avLst>
          </a:prstGeom>
          <a:solidFill>
            <a:srgbClr val="D6DBE1"/>
          </a:solidFill>
          <a:ln w="12700">
            <a:solidFill>
              <a:srgbClr val="D6DB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3420" y="3545058"/>
            <a:ext cx="1076178" cy="316523"/>
          </a:xfrm>
          <a:prstGeom prst="roundRect">
            <a:avLst>
              <a:gd name="adj" fmla="val 86667"/>
            </a:avLst>
          </a:prstGeom>
          <a:solidFill>
            <a:srgbClr val="D6DBE1"/>
          </a:solidFill>
          <a:ln w="12700">
            <a:solidFill>
              <a:srgbClr val="D6DB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3420" y="4009292"/>
            <a:ext cx="1076178" cy="316523"/>
          </a:xfrm>
          <a:prstGeom prst="roundRect">
            <a:avLst>
              <a:gd name="adj" fmla="val 86667"/>
            </a:avLst>
          </a:prstGeom>
          <a:solidFill>
            <a:srgbClr val="D6DBE1"/>
          </a:solidFill>
          <a:ln w="12700">
            <a:solidFill>
              <a:srgbClr val="D6DB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925" y="5043268"/>
            <a:ext cx="2321169" cy="337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0" b="1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서버</a:t>
            </a:r>
            <a:endParaRPr lang="en-US" sz="24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648" y="1658080"/>
            <a:ext cx="10058400" cy="385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E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Agentic AI + 온디바이스 LLM — 단말 안에서 자율 협상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387660" y="2407109"/>
            <a:ext cx="2461098" cy="2193587"/>
          </a:xfrm>
          <a:prstGeom prst="roundRect">
            <a:avLst>
              <a:gd name="adj" fmla="val 2501"/>
            </a:avLst>
          </a:prstGeom>
          <a:solidFill>
            <a:srgbClr val="F4F6F9"/>
          </a:solidFill>
          <a:ln w="13970">
            <a:solidFill>
              <a:srgbClr val="D6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68791" y="2663920"/>
            <a:ext cx="898836" cy="898836"/>
          </a:xfrm>
          <a:prstGeom prst="gear9">
            <a:avLst/>
          </a:prstGeom>
          <a:solidFill>
            <a:srgbClr val="3A6096"/>
          </a:solidFill>
          <a:ln w="12700">
            <a:solidFill>
              <a:srgbClr val="3A60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79104" y="2974232"/>
            <a:ext cx="278211" cy="278211"/>
          </a:xfrm>
          <a:prstGeom prst="ellipse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7660" y="3776764"/>
            <a:ext cx="2461098" cy="34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90" b="1" dirty="0">
                <a:solidFill>
                  <a:srgbClr val="2E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Agentic AI</a:t>
            </a:r>
            <a:endParaRPr lang="en-US" sz="2190" dirty="0"/>
          </a:p>
        </p:txBody>
      </p:sp>
      <p:sp>
        <p:nvSpPr>
          <p:cNvPr id="7" name="Text 5"/>
          <p:cNvSpPr/>
          <p:nvPr/>
        </p:nvSpPr>
        <p:spPr>
          <a:xfrm>
            <a:off x="1387660" y="4129878"/>
            <a:ext cx="2461098" cy="29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82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판단하고 실행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95256" y="2845827"/>
            <a:ext cx="535021" cy="492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10" b="1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3710" dirty="0"/>
          </a:p>
        </p:txBody>
      </p:sp>
      <p:sp>
        <p:nvSpPr>
          <p:cNvPr id="9" name="Shape 7"/>
          <p:cNvSpPr/>
          <p:nvPr/>
        </p:nvSpPr>
        <p:spPr>
          <a:xfrm>
            <a:off x="4276775" y="2407109"/>
            <a:ext cx="2461098" cy="2193587"/>
          </a:xfrm>
          <a:prstGeom prst="roundRect">
            <a:avLst>
              <a:gd name="adj" fmla="val 2501"/>
            </a:avLst>
          </a:prstGeom>
          <a:solidFill>
            <a:srgbClr val="F4F6F9"/>
          </a:solidFill>
          <a:ln w="13970">
            <a:solidFill>
              <a:srgbClr val="D6DB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11408" y="2621118"/>
            <a:ext cx="791831" cy="1027241"/>
          </a:xfrm>
          <a:prstGeom prst="roundRect">
            <a:avLst>
              <a:gd name="adj" fmla="val 16167"/>
            </a:avLst>
          </a:prstGeom>
          <a:solidFill>
            <a:srgbClr val="FFFFFF"/>
          </a:solidFill>
          <a:ln w="21590">
            <a:solidFill>
              <a:srgbClr val="2E3B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6818" y="2728122"/>
            <a:ext cx="321013" cy="32101"/>
          </a:xfrm>
          <a:prstGeom prst="rect">
            <a:avLst/>
          </a:prstGeom>
          <a:solidFill>
            <a:srgbClr val="2E3B4E"/>
          </a:solidFill>
          <a:ln w="12700">
            <a:solidFill>
              <a:srgbClr val="2E3B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0514" y="2942131"/>
            <a:ext cx="513620" cy="385215"/>
          </a:xfrm>
          <a:prstGeom prst="roundRect">
            <a:avLst>
              <a:gd name="adj" fmla="val 33232"/>
            </a:avLst>
          </a:prstGeom>
          <a:solidFill>
            <a:srgbClr val="3A6096"/>
          </a:solidFill>
          <a:ln w="12700">
            <a:solidFill>
              <a:srgbClr val="3A60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0514" y="2942131"/>
            <a:ext cx="513620" cy="385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4276775" y="3776764"/>
            <a:ext cx="2461098" cy="34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90" b="1" dirty="0">
                <a:solidFill>
                  <a:srgbClr val="2E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온디바이스 LLM</a:t>
            </a:r>
            <a:endParaRPr lang="en-US" sz="2190" dirty="0"/>
          </a:p>
        </p:txBody>
      </p:sp>
      <p:sp>
        <p:nvSpPr>
          <p:cNvPr id="15" name="Text 13"/>
          <p:cNvSpPr/>
          <p:nvPr/>
        </p:nvSpPr>
        <p:spPr>
          <a:xfrm>
            <a:off x="4276775" y="4129878"/>
            <a:ext cx="2461098" cy="29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82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안에서 추론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98380" y="3113337"/>
            <a:ext cx="674127" cy="0"/>
          </a:xfrm>
          <a:prstGeom prst="line">
            <a:avLst/>
          </a:prstGeom>
          <a:noFill/>
          <a:ln w="2794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00911" y="2407109"/>
            <a:ext cx="3103123" cy="2193587"/>
          </a:xfrm>
          <a:prstGeom prst="roundRect">
            <a:avLst>
              <a:gd name="adj" fmla="val 2501"/>
            </a:avLst>
          </a:prstGeom>
          <a:solidFill>
            <a:srgbClr val="FFFFFF"/>
          </a:solidFill>
          <a:ln w="20320">
            <a:solidFill>
              <a:srgbClr val="6C93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0135" y="2663920"/>
            <a:ext cx="577823" cy="898836"/>
          </a:xfrm>
          <a:prstGeom prst="roundRect">
            <a:avLst>
              <a:gd name="adj" fmla="val 22155"/>
            </a:avLst>
          </a:prstGeom>
          <a:solidFill>
            <a:srgbClr val="EBF1F9"/>
          </a:solidFill>
          <a:ln w="21590">
            <a:solidFill>
              <a:srgbClr val="3A60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28540" y="2770924"/>
            <a:ext cx="321013" cy="32101"/>
          </a:xfrm>
          <a:prstGeom prst="rect">
            <a:avLst/>
          </a:prstGeom>
          <a:solidFill>
            <a:srgbClr val="3A6096"/>
          </a:solidFill>
          <a:ln w="12700">
            <a:solidFill>
              <a:srgbClr val="3A60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07140" y="2984932"/>
            <a:ext cx="363814" cy="256810"/>
          </a:xfrm>
          <a:prstGeom prst="roundRect">
            <a:avLst>
              <a:gd name="adj" fmla="val 49849"/>
            </a:avLst>
          </a:prstGeom>
          <a:solidFill>
            <a:srgbClr val="3A6096"/>
          </a:solidFill>
          <a:ln w="12700">
            <a:solidFill>
              <a:srgbClr val="3A60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26988" y="2663920"/>
            <a:ext cx="577823" cy="898836"/>
          </a:xfrm>
          <a:prstGeom prst="roundRect">
            <a:avLst>
              <a:gd name="adj" fmla="val 22155"/>
            </a:avLst>
          </a:prstGeom>
          <a:solidFill>
            <a:srgbClr val="EBF1F9"/>
          </a:solidFill>
          <a:ln w="21590">
            <a:solidFill>
              <a:srgbClr val="3A60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55393" y="2770924"/>
            <a:ext cx="321013" cy="32101"/>
          </a:xfrm>
          <a:prstGeom prst="rect">
            <a:avLst/>
          </a:prstGeom>
          <a:solidFill>
            <a:srgbClr val="3A6096"/>
          </a:solidFill>
          <a:ln w="12700">
            <a:solidFill>
              <a:srgbClr val="3A60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33992" y="2984932"/>
            <a:ext cx="363814" cy="256810"/>
          </a:xfrm>
          <a:prstGeom prst="roundRect">
            <a:avLst>
              <a:gd name="adj" fmla="val 49849"/>
            </a:avLst>
          </a:prstGeom>
          <a:solidFill>
            <a:srgbClr val="3A6096"/>
          </a:solidFill>
          <a:ln w="12700">
            <a:solidFill>
              <a:srgbClr val="3A60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42161" y="3113337"/>
            <a:ext cx="620625" cy="0"/>
          </a:xfrm>
          <a:prstGeom prst="line">
            <a:avLst/>
          </a:prstGeom>
          <a:noFill/>
          <a:ln w="27940">
            <a:solidFill>
              <a:srgbClr val="3A6096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700911" y="3776764"/>
            <a:ext cx="3103123" cy="34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90" b="1" dirty="0">
                <a:solidFill>
                  <a:srgbClr val="3A6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단말 내 자율 협상</a:t>
            </a:r>
            <a:endParaRPr lang="en-US" sz="2190" dirty="0"/>
          </a:p>
        </p:txBody>
      </p:sp>
      <p:sp>
        <p:nvSpPr>
          <p:cNvPr id="26" name="Text 24"/>
          <p:cNvSpPr/>
          <p:nvPr/>
        </p:nvSpPr>
        <p:spPr>
          <a:xfrm>
            <a:off x="7700911" y="4129878"/>
            <a:ext cx="3103123" cy="29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82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데이터는 밖으로 나가지 않음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66648" y="4953811"/>
            <a:ext cx="10058400" cy="32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70" dirty="0">
                <a:solidFill>
                  <a:srgbClr val="7882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기술이 함께 성숙하면서, 협상 추론을 기기 안에서 처리할 수 있게 됨</a:t>
            </a:r>
            <a:endParaRPr lang="en-US" sz="17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과제 배경 | 기술 환경 — 도식 3종 (도형)</dc:title>
  <dc:subject>PptxGenJS Presentation</dc:subject>
  <dc:creator>10팀</dc:creator>
  <cp:lastModifiedBy>10팀</cp:lastModifiedBy>
  <cp:revision>1</cp:revision>
  <dcterms:created xsi:type="dcterms:W3CDTF">2026-08-26T11:47:55Z</dcterms:created>
  <dcterms:modified xsi:type="dcterms:W3CDTF">2026-08-26T11:47:55Z</dcterms:modified>
</cp:coreProperties>
</file>