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620" dirty="0"/>
          </a:p>
        </p:txBody>
      </p:sp>
      <p:sp>
        <p:nvSpPr>
          <p:cNvPr id="3" name="Shape 1"/>
          <p:cNvSpPr/>
          <p:nvPr/>
        </p:nvSpPr>
        <p:spPr>
          <a:xfrm>
            <a:off x="9523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523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A2A 등장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15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150+ 조직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47242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2026.4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47242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42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A2CN 등장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15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상거래 한정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4961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84961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20320">
            <a:solidFill>
              <a:srgbClr val="6C93C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4961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3A60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 협상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2590" b="1" dirty="0">
                <a:solidFill>
                  <a:srgbClr val="6C9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????</a:t>
            </a:r>
            <a:endParaRPr lang="en-US" sz="2050" dirty="0"/>
          </a:p>
        </p:txBody>
      </p:sp>
      <p:sp>
        <p:nvSpPr>
          <p:cNvPr id="11" name="Shape 9"/>
          <p:cNvSpPr/>
          <p:nvPr/>
        </p:nvSpPr>
        <p:spPr>
          <a:xfrm>
            <a:off x="3777844" y="3686175"/>
            <a:ext cx="8641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549744" y="3686175"/>
            <a:ext cx="8641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798418" y="3912489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81048" y="1434905"/>
            <a:ext cx="8229600" cy="37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6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 — 답변에서 자율 행동으로</a:t>
            </a:r>
            <a:endParaRPr lang="en-US" sz="2660" dirty="0"/>
          </a:p>
        </p:txBody>
      </p:sp>
      <p:sp>
        <p:nvSpPr>
          <p:cNvPr id="3" name="Shape 1"/>
          <p:cNvSpPr/>
          <p:nvPr/>
        </p:nvSpPr>
        <p:spPr>
          <a:xfrm>
            <a:off x="2403078" y="2479431"/>
            <a:ext cx="2743200" cy="2110154"/>
          </a:xfrm>
          <a:prstGeom prst="roundRect">
            <a:avLst>
              <a:gd name="adj" fmla="val 2600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5023" y="2753751"/>
            <a:ext cx="1519311" cy="759655"/>
          </a:xfrm>
          <a:prstGeom prst="wedgeRoundRectCallout">
            <a:avLst/>
          </a:prstGeom>
          <a:solidFill>
            <a:srgbClr val="FFFFFF"/>
          </a:solidFill>
          <a:ln w="21590">
            <a:solidFill>
              <a:srgbClr val="9AA5B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89343" y="2922563"/>
            <a:ext cx="970671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89343" y="3133578"/>
            <a:ext cx="970671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89343" y="3344594"/>
            <a:ext cx="590843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03078" y="4072597"/>
            <a:ext cx="2743200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답한다</a:t>
            </a:r>
            <a:endParaRPr lang="en-US" sz="2490" dirty="0"/>
          </a:p>
        </p:txBody>
      </p:sp>
      <p:sp>
        <p:nvSpPr>
          <p:cNvPr id="9" name="Shape 7"/>
          <p:cNvSpPr/>
          <p:nvPr/>
        </p:nvSpPr>
        <p:spPr>
          <a:xfrm>
            <a:off x="5357294" y="3534508"/>
            <a:ext cx="7913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3386" y="2479431"/>
            <a:ext cx="2743200" cy="2110154"/>
          </a:xfrm>
          <a:prstGeom prst="roundRect">
            <a:avLst>
              <a:gd name="adj" fmla="val 2600"/>
            </a:avLst>
          </a:prstGeom>
          <a:solidFill>
            <a:srgbClr val="EBF1F9"/>
          </a:solidFill>
          <a:ln w="13970">
            <a:solidFill>
              <a:srgbClr val="6C9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09651" y="2753751"/>
            <a:ext cx="970671" cy="970671"/>
          </a:xfrm>
          <a:prstGeom prst="gear9">
            <a:avLst/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47275" y="3091375"/>
            <a:ext cx="295422" cy="295422"/>
          </a:xfrm>
          <a:prstGeom prst="ellipse">
            <a:avLst/>
          </a:prstGeom>
          <a:solidFill>
            <a:srgbClr val="EBF1F9"/>
          </a:solidFill>
          <a:ln w="12700">
            <a:solidFill>
              <a:srgbClr val="EBF1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3386" y="4072597"/>
            <a:ext cx="2743200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3A60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실행한다</a:t>
            </a:r>
            <a:endParaRPr lang="en-US" sz="2490" dirty="0"/>
          </a:p>
        </p:txBody>
      </p:sp>
      <p:sp>
        <p:nvSpPr>
          <p:cNvPr id="14" name="Text 12"/>
          <p:cNvSpPr/>
          <p:nvPr/>
        </p:nvSpPr>
        <p:spPr>
          <a:xfrm>
            <a:off x="2403078" y="5127674"/>
            <a:ext cx="7385538" cy="31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답을 주는 데서 그치지 않고, 목표를 받아 스스로 일을 처리</a:t>
            </a:r>
            <a:endParaRPr lang="en-US" sz="19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81048" y="1434905"/>
            <a:ext cx="8229600" cy="37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6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 LLM — 기기 안에서 추론</a:t>
            </a:r>
            <a:endParaRPr lang="en-US" sz="2660" dirty="0"/>
          </a:p>
        </p:txBody>
      </p:sp>
      <p:sp>
        <p:nvSpPr>
          <p:cNvPr id="3" name="Shape 1"/>
          <p:cNvSpPr/>
          <p:nvPr/>
        </p:nvSpPr>
        <p:spPr>
          <a:xfrm>
            <a:off x="2614094" y="2321169"/>
            <a:ext cx="2321169" cy="2637692"/>
          </a:xfrm>
          <a:prstGeom prst="roundRect">
            <a:avLst>
              <a:gd name="adj" fmla="val 4727"/>
            </a:avLst>
          </a:prstGeom>
          <a:solidFill>
            <a:srgbClr val="F4F6F9"/>
          </a:solidFill>
          <a:ln w="27940">
            <a:solidFill>
              <a:srgbClr val="2E3B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00358" y="2468880"/>
            <a:ext cx="548640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99429" y="3080825"/>
            <a:ext cx="1350498" cy="844062"/>
          </a:xfrm>
          <a:prstGeom prst="roundRect">
            <a:avLst>
              <a:gd name="adj" fmla="val 13000"/>
            </a:avLst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99429" y="3080825"/>
            <a:ext cx="1350498" cy="844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</a:t>
            </a:r>
            <a:endParaRPr lang="en-US" sz="2490" dirty="0"/>
          </a:p>
        </p:txBody>
      </p:sp>
      <p:sp>
        <p:nvSpPr>
          <p:cNvPr id="7" name="Shape 5"/>
          <p:cNvSpPr/>
          <p:nvPr/>
        </p:nvSpPr>
        <p:spPr>
          <a:xfrm>
            <a:off x="2951718" y="3207434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49928" y="3207434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51718" y="3439551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9928" y="3439551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51718" y="3671668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9928" y="3671668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14094" y="4220308"/>
            <a:ext cx="2321169" cy="295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추론·협상</a:t>
            </a:r>
            <a:endParaRPr lang="en-US" sz="1910" dirty="0"/>
          </a:p>
        </p:txBody>
      </p:sp>
      <p:sp>
        <p:nvSpPr>
          <p:cNvPr id="14" name="Text 12"/>
          <p:cNvSpPr/>
          <p:nvPr/>
        </p:nvSpPr>
        <p:spPr>
          <a:xfrm>
            <a:off x="2614094" y="5043268"/>
            <a:ext cx="2321169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내부</a:t>
            </a:r>
            <a:endParaRPr lang="en-US" sz="2490" dirty="0"/>
          </a:p>
        </p:txBody>
      </p:sp>
      <p:sp>
        <p:nvSpPr>
          <p:cNvPr id="15" name="Shape 13"/>
          <p:cNvSpPr/>
          <p:nvPr/>
        </p:nvSpPr>
        <p:spPr>
          <a:xfrm>
            <a:off x="5199032" y="3640015"/>
            <a:ext cx="1740877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dash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10977" y="3386797"/>
            <a:ext cx="506437" cy="506437"/>
          </a:xfrm>
          <a:prstGeom prst="mathMultiply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20134" y="4083148"/>
            <a:ext cx="1688123" cy="295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전송 없음</a:t>
            </a:r>
            <a:endParaRPr lang="en-US" sz="1910" dirty="0"/>
          </a:p>
        </p:txBody>
      </p:sp>
      <p:sp>
        <p:nvSpPr>
          <p:cNvPr id="18" name="Shape 16"/>
          <p:cNvSpPr/>
          <p:nvPr/>
        </p:nvSpPr>
        <p:spPr>
          <a:xfrm>
            <a:off x="7625709" y="2848708"/>
            <a:ext cx="1371600" cy="1582615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 w="21590">
            <a:solidFill>
              <a:srgbClr val="9AA5B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3420" y="3080825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3420" y="3545058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3420" y="4009292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925" y="5043268"/>
            <a:ext cx="2321169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서버</a:t>
            </a:r>
            <a:endParaRPr lang="en-US" sz="24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과제 배경 | 기술 환경 — 도식 3종 (도형)</dc:title>
  <dc:subject>PptxGenJS Presentation</dc:subject>
  <dc:creator>10팀</dc:creator>
  <cp:lastModifiedBy>10팀</cp:lastModifiedBy>
  <cp:revision>1</cp:revision>
  <dcterms:created xsi:type="dcterms:W3CDTF">2026-08-26T11:40:53Z</dcterms:created>
  <dcterms:modified xsi:type="dcterms:W3CDTF">2026-08-26T11:40:53Z</dcterms:modified>
</cp:coreProperties>
</file>