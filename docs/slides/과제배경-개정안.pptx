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않은 문제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85953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타인과의 일상적 조율 — 여전히 사람이 직접 처리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Calendly, “How to find a meeting time that works for everyone” · 인용 VoC는 Stakeholder VoC 전체 목록 기준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91656" y="1261872"/>
            <a:ext cx="7315" cy="50292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487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710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왕복 비용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54533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수 건씩 발생하는 일정 조율·장소 선택·조건 협의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2인 조율 기준 평균 7.3회 메시지 왕복 소요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결정 피로 → 질 낮은 선택 반복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12948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35224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참여자가 늘면 조율 대상이 급증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209544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쌍의 수 = N(N−1)/2 — 2인 1쌍, 3인 3쌍, 5인 10쌍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순차적으로 의견을 묻고 답하는 구조에서는 참여자 증가가 그대로 소요 시간 증가로 이어짐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94106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“동호회 모임처럼 셋 이상이 껴야 하는 약속이 진짜 어려운 약속임” (EU-V9)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90575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82803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약속은 여러 이슈의 조합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5102352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날짜만으로는 끝나지 않음 — 날짜·장소·시간·식당을 함께 정해야 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이슈가 하나 늘 때마다 후보 조합은 그 이슈의 값 개수만큼 배로 증가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583387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“이슈가 날짜 × 장소 × 메뉴 등 겹치면 조합이 무수히 발생. 전부 나열 시 폰이 못 버팀” (SD-V6)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28232" y="13487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2710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합의는 되지만, 최선인지 확인할 방법이 없음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154533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전원이 수용 가능한 안을 먼저 찾으면 거기서 조율이 끝남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찾은 합의 가능안 ≠ 참여자 전체 효용이 가장 큰 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27685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“제일 중요한 건 ‘맞는 결과’임. 빨라도 틀리면 아무 소용 없음” (PL-V5)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28232" y="3012948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935224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조율하려면 내 선호를 상대에게 드러내야 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209544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합의에 도달하려면 자신의 후보와 우선순위를 상대에게 제시할 수밖에 없음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말하지 않은 선호도 제안·수락 패턴만으로 역추론됨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94106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“N명 협상에서는 제안·수락 패턴만 봐도 상대 선호가 역추론됨. 말 안 한 것도 새 나가는 구조임” (SP-V5)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28232" y="462686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문제가 요구하는 품질 속성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4919472"/>
          <a:ext cx="53492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5603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일상 조율의 문제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품질 속성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메시지 왕복 비용 · 참여자 증가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QA3  협상 시간 지연 최소화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이슈 조합의 급격한 증가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QA2  협상 메모리 자원 최소화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합의안이 최선인지 확인 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QA1  최적 합의안 도출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선호가 상대에게 드러남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QA4  개인 정보 최소 공개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방식의 한계와 기술 환경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85953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직접 하기도, 지금 기술을 그대로 옮기기도 어려운 영역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Gartner Press Release(2025.8) · Samsung Global Newsroom(2026.3.9) · PR Newswire(2026) · a2cn.io · Pactum×Walmart 사례 arXiv:2503.06416(출처 표기 확인 중)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91656" y="1261872"/>
            <a:ext cx="7315" cy="50292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방식으로 해결되지 않는 이유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5107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7335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비서 — “단일 사용자 + 명령 대기” 구조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1947672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지시할 때만 동작하는 Reactive 모델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사용자 컨텍스트 내에서만 동작 — 타인과의 조율 불가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 Agent와의 협상·합의 기능 부재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6042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8269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자동화로는 왕복 구조가 그대로 남음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3557016"/>
            <a:ext cx="5193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번갈아 최우선순위 후보를 제안하고, 상대가 Accept 또는 Reject+역제안하는 방식을 그대로 자동화하면 왕복 횟수 자체는 줄지 않음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다자 협상에서는 이 방식이 Round-Robin으로 확장되어 참여자 수만큼 왕복이 늘어남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과제는 이 순차 제안 방식을 비교 기준선(naive)으로 두고 개선 폭을 측정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518922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11149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후보를 단순히 줄이는 방식도 해가 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5385816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폭발을 피하려 후보를 미리 줄이면 최선의 합의안이 후보군에서 빠질 수 있음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맛집 상당수가 월요일 정기휴무 — 날짜를 ‘월요일’로 먼저 좁히면 해당 조합은 나올 수 없음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124358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환경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28232" y="175107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67335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AI의 시장 주류 진입 (2026)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1947672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‘답변’에서 ‘자율 행동’으로 전환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말 엔터프라이즈 앱 40% AI Agent 탑재 전망 (Gartner)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28232" y="3012948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935224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 내 처리의 실용화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209544"/>
            <a:ext cx="5193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S26 — 온디바이스 LLM 탑재 (Compact / Balanced / Supreme)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외부로 데이터를 내보내지 않고 처리 가능. 대신 단말의 자원 한도가 그대로 설계 제약이 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힙 256MB 중 협상이 쓸 수 있는 몫을 128MB로 산정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28232" y="4622292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54456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간 협상 — 기업 간은 소수 선례, 개인 간은 사례 없음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4818888"/>
            <a:ext cx="5193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A2A(2025.4, 150+ 조직 채택)는 “일을 시키고 결과를 받는” Task 위임 프로토콜 — 제안·역제안·합의는 설계 범위 밖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간: Pactum × Walmart 공급사 계약 재협상 적용 사례 존재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일상 조율(다자·복합 이슈) 적용 사례는 조사 범위 내 미확인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필요성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지금, 왜 당사인가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85953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 자원 한도 안에서 협상을 검증할 수 있는 위치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인용: MX H/W 담당자(HW-V2, HW-V4)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91656" y="1261872"/>
            <a:ext cx="7315" cy="292608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531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0759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581912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 내 추론이 실용 단계에 진입해, 협상을 기기 밖으로 내보내지 않고 처리할 조건이 갖춰짐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Agent 협상은 소수 선례가 나온 단계이고, 개인 간 조율 영역은 확인된 사례가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93492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1576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과제가 다루지 않는 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2990088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표준화 — 이종 시스템 간 상호운용은 범위 밖 (참여자 전원 동일 협상 시스템 전제)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연동 — 확장 근거로만 기술하고, 본 과제의 설계·측정 대상에서는 제외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28232" y="1385316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0759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당사인가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1581912"/>
            <a:ext cx="51937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 자원 한도(메모리·배터리) 안에서 동작해야 하는 제약을 실제로 감당해야 하는 사업자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구조를 자원 예산으로 환산해 검증할 수 있는 위치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스마트폰과 가전을 함께 보유한 디바이스 생태계를 갖춤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84378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“동시에 떠 있는 Agent 수와 메모리 점유에 상한이 있어야 함” (HW-V2)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“참여자가 3명일 때랑 10명일 때 자원이 몇 배로 뛰는지 알아야 함” (HW-V4)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5349240" cy="1572768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7000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700016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다자·복합 이슈 협상을 단말 자원 한도 안에서 수행하는 구조 확보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5266944"/>
            <a:ext cx="4370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수와 이슈 수가 늘어도 메모리 예산을 지키면서 합의에 도달하는 협상 구조와, 그 동작을 뒷받침하는 정량 근거를 확보함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31152" y="4572000"/>
            <a:ext cx="5349240" cy="1572768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7000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08392" y="4700016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속성 트레이드오프를 수치로 비교한 설계 판단 자료 확보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08392" y="5266944"/>
            <a:ext cx="4370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후보안별 정확도·메모리·시간·정보 노출을 같은 기준으로 측정해, 설계 선택을 감이 아닌 측정값으로 설명할 수 있게 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개요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만드는가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85953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 Agent와 자율 협상하여 합의안을 만들어 오는 구조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487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710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구성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5349240" cy="841248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73736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</a:t>
            </a:r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Multi-Agent Framework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011680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참여자별 Agent를 구성하고, 상대방 Agent와 제안·역제안·합의로 자율 협상을 수행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28232" y="134874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7101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목표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28232" y="1627632"/>
            <a:ext cx="5349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700784"/>
            <a:ext cx="4910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AI Agent가 상대방 Agent와 자율 협상하여,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의사결정에서 발생하는 인지 부하를 제거한다.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738628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660904"/>
            <a:ext cx="110304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1664208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175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개시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67128" y="3017520"/>
            <a:ext cx="2401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7249" y="3017520"/>
            <a:ext cx="1664208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7249" y="30175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초대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71457" y="3017520"/>
            <a:ext cx="2401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1579" y="3017520"/>
            <a:ext cx="1664208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1579" y="30175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후보군 구성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75787" y="3017520"/>
            <a:ext cx="2401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5908" y="3017520"/>
            <a:ext cx="1664208" cy="420624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5908" y="30175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라운드 협상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80116" y="3017520"/>
            <a:ext cx="2401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20238" y="3017520"/>
            <a:ext cx="1664208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0238" y="30175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 판정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84446" y="3017520"/>
            <a:ext cx="2401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24567" y="3017520"/>
            <a:ext cx="1664208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24567" y="30175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승인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81762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73989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다루는 협상의 조건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14800"/>
          <a:ext cx="5349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776472"/>
                <a:gridCol w="65836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참여자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3인 이상의 다자 협상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날짜·장소·메뉴 등 두 개 이상을 한 협상에서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단말 내 처리, 협상 몫 메모리 128MB 한도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참여자 전원이 동일 협상 시스템을 사용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6428232" y="3817620"/>
            <a:ext cx="80467" cy="8046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0" y="3739896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설계에서 풀어야 할 문제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4114800"/>
          <a:ext cx="53492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383280"/>
                <a:gridCol w="13990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문제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QA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메모리 한도 내에서 합의 정확도를 확보하는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 이슈 협상 구조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QA1 · QA2 · QA3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정확성을 높이기 위한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다자간 협상 구조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QA1 · QA3 · QA4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6"/>
          <p:cNvSpPr/>
          <p:nvPr/>
        </p:nvSpPr>
        <p:spPr>
          <a:xfrm>
            <a:off x="6428232" y="57972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QA1 최적 합의안 도출 · QA2 협상 메모리 자원 최소화 · QA3 협상 시간 지연 최소화 · QA4 개인 정보 최소 공개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Agentic Platform — 과제 배경</dc:title>
  <dc:subject>PptxGenJS Presentation</dc:subject>
  <dc:creator>10팀</dc:creator>
  <cp:lastModifiedBy>10팀</cp:lastModifiedBy>
  <cp:revision>1</cp:revision>
  <dcterms:created xsi:type="dcterms:W3CDTF">2026-08-17T03:22:05Z</dcterms:created>
  <dcterms:modified xsi:type="dcterms:W3CDTF">2026-08-17T03:22:05Z</dcterms:modified>
</cp:coreProperties>
</file>