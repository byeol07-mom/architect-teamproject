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발표자료(10팀_결과 발표_20260813) 1페이지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발표자료(10팀_결과 발표_20260813) 2페이지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발표자료(10팀_결과 발표_20260813) 3페이지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발표자료(10팀_결과 발표_20260813) 4페이지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발표자료(10팀_결과 발표_20260813) 5페이지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발표자료(10팀_결과 발표_20260813) 6페이지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발표자료(10팀_결과 발표_20260813) 7페이지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발표자료(10팀_결과 발표_20260813) 8페이지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On-device Agentic Platform — 과제 배경 (원본 발췌)</dc:title>
  <dc:subject>PptxGenJS Presentation</dc:subject>
  <dc:creator>10팀</dc:creator>
  <cp:lastModifiedBy>10팀</cp:lastModifiedBy>
  <cp:revision>1</cp:revision>
  <dcterms:created xsi:type="dcterms:W3CDTF">2026-08-17T11:28:24Z</dcterms:created>
  <dcterms:modified xsi:type="dcterms:W3CDTF">2026-08-17T11:28:24Z</dcterms:modified>
</cp:coreProperties>
</file>