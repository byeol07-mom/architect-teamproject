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배경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않은 문제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Calendly, “How to find a meeting time that works for everyone”  https://calendly.com/blog/find-a-meeting-time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91656" y="1225296"/>
            <a:ext cx="7315" cy="411480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일상의 미세 의사결정 — 여전히 사람이 직접 처리하는 현실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28232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AI 비서의 한계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0594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2821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타인과의 일상적 조율의 높은 비용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2002536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수 건씩 발생하는 일정 조율·장소 선택·조건 협의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2인 조율 기준 평균 7.3회 메시지 왕복 소요 1)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 증가에 따른 비선형 급증: N(N−1)/2 쌍 — 2인=1쌍, 3인=3쌍, 5인=10쌍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결정 피로 → 질 낮은 선택 반복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79876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502152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부담이 심화되는 두 가지 상황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3776472"/>
            <a:ext cx="5193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정보 포함 시 : 조율하려면 내 후보·우선순위를 상대에게 제시해야 하고, 제안·수락 패턴만으로 말하지 않은 선호까지 역추론됨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다수 의견 조율 시 : 참여자 증가에 따른 시간 교집합 감소·왕복 비용 급증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28232" y="180594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72821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“단일 사용자 + 명령 대기” 구조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2002536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지시 시에만 동작하는 Reactive 모델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상대방 Agent와의 자율 협상·합의 기능 부재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사용자 컨텍스트 내 동작 — 타인 조율 불가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28232" y="3049524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971800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협상에 부적합한 클라우드 처리 방식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246120"/>
            <a:ext cx="5193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협상을 위한 개인 데이터(일정·대화·선호)의 클라우드 전송 필수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정보 포함 사안일수록 사용자 위임 의지 저하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온디바이스 처리 + 참여자 간 최소 정보 공개 구조 필요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28232" y="4494276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416552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해결을 위한 필수 요소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4690872"/>
            <a:ext cx="5193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MAF : 상대방 Agent와의 자율 협상 수행 — 제안·역제안·합의로 결과 도출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440680"/>
            <a:ext cx="11185855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440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“필요한 것은 내가 직접 협상하는 것도, 데이터를 클라우드에 맡기는 것도 아니다.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기기 안의 Agent가 상대방 Agent와 자율적으로 합의하여, 결과만 가져다 주는 것이다.”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배경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환경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Gartner Press Release, 2025.8   3) Samsung Global Newsroom, 2026.3.1 / 2026.3.9   4) PR Newswire, 2026   5) a2cn.io   6) arXiv:2503.06416 (출처 표기 확인 필요)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91656" y="1225296"/>
            <a:ext cx="7315" cy="411480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Agentic AI와 온디바이스 LLM의 성숙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28232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간 협상 — 기업 간은 이제 막 시작, 개인 간은 부재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0594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2821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Agentic AI의 시장 주류 진입 (2026)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2002536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AI의 ‘답변’에서 ‘자율 행동’으로의 전환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말 엔터프라이즈 앱 40% AI Agent 탑재 전망 2)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Google(Android·Gemini)·Apple(iOS·Siri) — Agent 기반 전환 중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Samsung — Android 위 Galaxy AI 기반 독자 Agent 경험 구현 중 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42132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264408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온디바이스 LLM의 실용화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3538728"/>
            <a:ext cx="5193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Galaxy S26 : 온디바이스 LLM 탑재 (Compact / Balanced / Supreme 3종) 3)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외부 데이터 유출 없이 추론·협상 가능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MAF(Agent 협상) 온디바이스 처리 가능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28232" y="180594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72821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A2A 프로토콜 : ‘협상’이 아닌 ‘작업 위임’ 표준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2002536"/>
            <a:ext cx="5193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A2A(Agent2Agent) 발표(2025.4) → 150+ 조직 채택, 주요 클라우드 통합 4)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A2A — “일을 시키고 결과를 받는” Task 위임·조율 프로토콜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진정한 ‘협상’(제안·역제안·합의)은 A2A 설계 범위 밖 5)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28232" y="3204972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127248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간 진정한 Agent 협상 : 이제 막 시작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401568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Pactum × Walmart 공급사 계약 재협상 — AI Agent 적용 소수 선례 6)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 플랫폼 기반 — 표준화된 기업 간 Agent 협상 인프라 부재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28232" y="4439412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361688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간 Agent 자율 협상 : 완전한 미개척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4636008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간 협상조차 이제 막 시작 — 개인 간 사례 전무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부재가 아님 — 아직 아무도 구현하지 않은 영역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440680"/>
            <a:ext cx="11185855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440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“기업들 사이에서도 Agent가 협상하는 것은 이제 막 시작됐다.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개인들 사이에서는 아직 아무것도 없다.”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필요성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지금, 왜 당사인가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391656" y="1225296"/>
            <a:ext cx="7315" cy="493776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당사의 고유 실현 조건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28232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구성 · 목표 · 기대 효과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0594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2821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폰 + 가전 통합 생태계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2002536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스마트폰 + 세탁기·TV·냉장고 — 당사만 보유한 디바이스 생태계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Google·Apple은 스마트폰 중심 — 당사 생태계 구조는 당사만의 고유 자산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8610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0837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구축된 Agent 역량 기반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3282696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Galaxy AI 기반 단일 기기 내 Agent 기능 이미 실현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과제 = 기존 기반 위 기기 간 자율 협상 레이어 추가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36626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28853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MX + DA + Cloud 통합 인프라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4562856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모바일·가전·클라우드 Agent 경험 — 당사 내 모두 보유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Agent 협상 레이어 연결 가능한 유일한 사업자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28232" y="180594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72821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구성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28232" y="2066544"/>
            <a:ext cx="534924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066544"/>
            <a:ext cx="4946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MAF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Multi-Agent Framework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참여자별 Agent 동적 구성 및 상대방 Agent와의 자율 협상 수행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28232" y="279806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:  협상 개시  →  참여자 초대  →  후보군 구성  →  MAF 협상  →  합의 판정  →  결과 전달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28232" y="3323844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246120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목표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28232" y="3584448"/>
            <a:ext cx="5349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3584448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사용자의 AI Agent가 상대방 Agent와 자율 협상하여,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일상의 미세 의사결정에서 발생하는 인지 부하를 제거한다.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28232" y="464058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56285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4937760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Galaxy 단말 차별화 축 확보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5157216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H/W 평준화 이후 새로운 경쟁 변수 : “내 Agent가 상대 Agent와 협상하는 능력”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선제 제품화 시 다음 단말 사업의 핵심 차별화 축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0" y="5724144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폰+가전 통합 Agent Ecosystem 실현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594360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MX + DA + Cloud 공통 Agent Layer — 당사 생태계 자산의 완전한 활용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On-device Agentic Platform — 과제 배경 (원본 정정본)</dc:title>
  <dc:subject>PptxGenJS Presentation</dc:subject>
  <dc:creator>10팀</dc:creator>
  <cp:lastModifiedBy>10팀</cp:lastModifiedBy>
  <cp:revision>1</cp:revision>
  <dcterms:created xsi:type="dcterms:W3CDTF">2026-08-19T11:49:10Z</dcterms:created>
  <dcterms:modified xsi:type="dcterms:W3CDTF">2026-08-19T11:49:10Z</dcterms:modified>
</cp:coreProperties>
</file>