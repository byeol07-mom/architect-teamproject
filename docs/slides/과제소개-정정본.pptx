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On-device Agentic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협상을 대신하는 온디바이스 자율 에이전트 시스템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10팀   ·   남선우  ·  염희정  ·  윤창배  ·  이종인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2026. 8. 26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5852160" cy="60350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7373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소개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구간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25237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33101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331012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40965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09651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및 검증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48828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71600" y="488289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소개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128" y="1691640"/>
            <a:ext cx="1828800" cy="2414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380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남선우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0380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MDE Lab (SR)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8" y="1691640"/>
            <a:ext cx="1828800" cy="2414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268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염희정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7268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 Solution Lab (SR)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691640"/>
            <a:ext cx="1828800" cy="2414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4156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윤창배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14156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Core Team (SR)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768" y="1691640"/>
            <a:ext cx="1828800" cy="24140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1044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이종인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61044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S/W Lab (VD)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않은 문제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Calendly, “How to find a meeting time that works for everyone”  https://calendly.com/blog/find-a-meeting-time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 — 여전히 사람이 직접 처리하는 현실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비서의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일상적 조율의 높은 비용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수 건씩 발생하는 일정 조율·장소 선택·조건 협의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조율 기준 평균 7.3회 메시지 왕복 소요 1)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증가에 따른 비선형 급증: N(N−1)/2 쌍 — 2인=1쌍, 3인=3쌍, 5인=10쌍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결정 피로 → 질 낮은 선택 반복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0215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부담이 심화되는 두 가지 상황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76472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시 : 조율하려면 내 후보·우선순위를 상대에게 제시해야 하고, 제안·수락 패턴만으로 말하지 않은 선호까지 역추론됨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의견 조율 시 : 참여자 증가에 따른 시간 교집합 감소·왕복 비용 급증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“단일 사용자 + 명령 대기” 구조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지시 시에만 동작하는 Reactive 모델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 Agent와의 자율 협상·합의 기능 부재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사용자 컨텍스트 내 동작 — 타인 조율 불가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8232" y="29718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협상에 부적합한 클라우드 처리 방식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246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협상을 위한 개인 데이터(일정·대화·선호)의 클라우드 전송 필수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사안일수록 사용자 위임 의지 저하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처리 + 참여자 간 최소 정보 공개 구조 필요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441655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해결을 위한 필수 요소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469087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 : 상대방 Agent와의 자율 협상 수행 — 제안·역제안·합의로 결과 도출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“필요한 것은 내가 직접 협상하는 것도, 데이터를 클라우드에 맡기는 것도 아니다.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기기 안의 Agent가 상대방 Agent와 자율적으로 합의하여, 결과만 가져다 주는 것이다.”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환경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Gartner Press Release, 2025.8   3) Samsung Global Newsroom, 2026.3.1 / 2026.3.9   4) PR Newswire, 2026   5) a2cn.io   6) arXiv:2503.06416 (출처 표기 확인 필요)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AI와 온디바이스 LLM의 성숙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간 협상 — 기업 간은 이제 막 시작, 개인 간은 부재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AI의 시장 주류 진입 (2026)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‘답변’에서 ‘자율 행동’으로의 전환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말 엔터프라이즈 앱 40% AI Agent 탑재 전망 2)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Google(Android·Gemini)·Apple(iOS·Siri) — Agent 기반 전환 중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— Android 위 Galaxy AI 기반 독자 Agent 경험 구현 중 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6440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LLM의 실용화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53872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S26 : 온디바이스 LLM 탑재 (Compact / Balanced / Supreme 3종) 3)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외부 데이터 유출 없이 추론·협상 가능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MAF(Agent 협상) 온디바이스 처리 가능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프로토콜 : ‘협상’이 아닌 ‘작업 위임’ 표준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200253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A2A(Agent2Agent) 발표(2025.4) → 150+ 조직 채택, 주요 클라우드 통합 4)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— “일을 시키고 결과를 받는” Task 위임·조율 프로토콜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진정한 ‘협상’(제안·역제안·합의)은 A2A 설계 범위 밖 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8232" y="31272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진정한 Agent 협상 : 이제 막 시작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40156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Pactum × Walmart 공급사 계약 재협상 — AI Agent 적용 소수 선례 6)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플랫폼 기반 — 표준화된 기업 간 Agent 협상 인프라 부재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436168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Agent 자율 협상 : 완전한 미개척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463600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협상조차 이제 막 시작 — 개인 간 사례 전무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부재가 아님 — 아직 아무도 구현하지 않은 영역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“기업들 사이에서도 Agent가 협상하는 것은 이제 막 시작됐다.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개인들 사이에서는 아직 아무것도 없다.”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필요성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왜 당사인가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당사인가 — 고유 실현 조건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 + 가전 통합 생태계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+ 세탁기·TV·냉장고 — 당사만 보유한 디바이스 생태계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Google·Apple은 스마트폰 중심 — 당사 생태계 구조는 당사만의 고유 자산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083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구축된 Agent 역량 기반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AI 기반 단일 기기 내 Agent 기능 이미 실현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과제 = 기존 기반 위 기기 간 자율 협상 레이어 추가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8853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통합 인프라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56285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모바일·가전·클라우드 Agent 경험 — 당사 내 모두 보유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Agent 협상 레이어 연결 가능한 유일한 사업자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성숙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On-device LLM의 Galaxy·TV 실용 단계 진입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내부에서 협상 추론 처리 가능한 수준 도달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30083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공백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28232" y="328269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기존은 B2B 표준화가 진행되는 단계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협상을 다룬 사례 없음 — 선례 부재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428853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 Mover 조건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456285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출시로 사용자를 먼저 확보하는 First Mover 위치 가능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적은 비용으로 가장 큰 선점 효과를 얻는 시점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3212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“기술이 준비됐고, 시장은 비어있다.”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개요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만드는가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91656" y="1225296"/>
            <a:ext cx="7315" cy="493776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구성 · 목표 · 기대 효과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 4대 Communication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구성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5349240" cy="621792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066544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Multi-Agent Framework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참여자별 Agent 동적 구성 및 상대방 Agent와의 자율 협상 수행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:  협상 개시  →  참여자 초대  →  후보군 구성  →  MAF 협상  →  합의 판정  →  결과 전달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5349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547872"/>
            <a:ext cx="4946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AI Agent가 상대방 Agent와 자율 협상하여,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의사결정에서 발생하는 인지 부하를 제거한다.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4897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Galaxy 단말 차별화 축 확보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06577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H/W 평준화 이후 새로운 경쟁 변수 : “내 Agent가 상대 Agent와 협상하는 능력”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 제품화 시 다음 단말 사업의 핵심 차별화 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61441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폰+가전 통합 Agent Ecosystem 실현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83387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공통 Agent Layer — 당사 생태계 자산의 완전한 활용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17556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Negotiation · 협상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2002536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조율·장소 선택 등 의사결정을 상대방 Agent와 제안·역제안·합의로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8232" y="240487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AI가 저녁 식사 장소와 시간을 자율 협상하여 결정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28232" y="273405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Collaboration · 협력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8232" y="298094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공동 작업 등 워크플로우를 Agent가 양측 대신 실행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28232" y="33832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AI가 보고서를 분담 작성·편집·병합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28232" y="371246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Sharing · 지식 공유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8232" y="395935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가능한 정보만 선별·필터링 후 교환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28232" y="4361688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타인에게 나의 선호·경험 정보를 안전하게 공유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469087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Remote Monitoring · 원격 모니터링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28232" y="4937760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 대상자 Agent가 보호자 Agent에 권한 위임하여 이상 징후 감지·알림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28232" y="534009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고령자 기기 AI가 보호자 AI에게 긴급 상황 통보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28232" y="57424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과제의 우선 적용 범위는 Negotiation — 확정된 QA1~QA4·DP1·DP2도 Negotiation을 대상으로 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Agentic Platform — 과제 배경 (원본 정정본)</dc:title>
  <dc:subject>PptxGenJS Presentation</dc:subject>
  <dc:creator>10팀</dc:creator>
  <cp:lastModifiedBy>10팀</cp:lastModifiedBy>
  <cp:revision>1</cp:revision>
  <dcterms:created xsi:type="dcterms:W3CDTF">2026-08-23T05:01:05Z</dcterms:created>
  <dcterms:modified xsi:type="dcterms:W3CDTF">2026-08-23T05:01:05Z</dcterms:modified>
</cp:coreProperties>
</file>